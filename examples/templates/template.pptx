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13232"/>
            <a:ext cx="2011680" cy="5532120"/>
          </a:xfrm>
          <a:prstGeom prst="roundRect">
            <a:avLst>
              <a:gd name="adj" fmla="val 2273"/>
            </a:avLst>
          </a:prstGeom>
          <a:solidFill>
            <a:srgbClr val="F3F7FA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82296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Inputs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377440" y="713232"/>
            <a:ext cx="2788920" cy="5532120"/>
          </a:xfrm>
          <a:prstGeom prst="roundRect">
            <a:avLst>
              <a:gd name="adj" fmla="val 1639"/>
            </a:avLst>
          </a:prstGeom>
          <a:solidFill>
            <a:srgbClr val="EDF5FA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87168" y="82296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View-specific Encoding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49240" y="713232"/>
            <a:ext cx="4343400" cy="5532120"/>
          </a:xfrm>
          <a:prstGeom prst="roundRect">
            <a:avLst>
              <a:gd name="adj" fmla="val 1053"/>
            </a:avLst>
          </a:prstGeom>
          <a:solidFill>
            <a:srgbClr val="F7F2FA"/>
          </a:solidFill>
          <a:ln w="12700">
            <a:solidFill>
              <a:srgbClr val="D7CA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8968" y="82296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Graph-Guided Fusion &amp; Zoom-in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75520" y="713232"/>
            <a:ext cx="2103120" cy="5532120"/>
          </a:xfrm>
          <a:prstGeom prst="roundRect">
            <a:avLst>
              <a:gd name="adj" fmla="val 2174"/>
            </a:avLst>
          </a:prstGeom>
          <a:solidFill>
            <a:srgbClr val="F2F8F1"/>
          </a:solidFill>
          <a:ln w="12700">
            <a:solidFill>
              <a:srgbClr val="CC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8229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&amp;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1691640"/>
            <a:ext cx="73152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20240" y="3246120"/>
            <a:ext cx="73152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20240" y="4828032"/>
            <a:ext cx="73152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00600" y="1691640"/>
            <a:ext cx="73152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00600" y="3310128"/>
            <a:ext cx="731520" cy="-73152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00600" y="4828032"/>
            <a:ext cx="2560320" cy="-233172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0" y="2011680"/>
            <a:ext cx="45720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61120" y="2011680"/>
            <a:ext cx="114300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99632" y="2907792"/>
            <a:ext cx="0" cy="82296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38160" y="2907792"/>
            <a:ext cx="-411480" cy="82296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5120640"/>
            <a:ext cx="0" cy="54864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66760" y="4389120"/>
            <a:ext cx="1737360" cy="-251460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66760" y="4754880"/>
            <a:ext cx="1737360" cy="-132588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972800" y="2331720"/>
            <a:ext cx="0" cy="2240280"/>
          </a:xfrm>
          <a:prstGeom prst="line">
            <a:avLst/>
          </a:prstGeom>
          <a:noFill/>
          <a:ln w="19050">
            <a:solidFill>
              <a:srgbClr val="C96E6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37960" y="2907792"/>
            <a:ext cx="3657600" cy="2606040"/>
          </a:xfrm>
          <a:prstGeom prst="line">
            <a:avLst/>
          </a:prstGeom>
          <a:noFill/>
          <a:ln w="19050">
            <a:solidFill>
              <a:srgbClr val="8062A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66760" y="2907792"/>
            <a:ext cx="1965960" cy="3017520"/>
          </a:xfrm>
          <a:prstGeom prst="line">
            <a:avLst/>
          </a:prstGeom>
          <a:noFill/>
          <a:ln w="19050">
            <a:solidFill>
              <a:srgbClr val="55945B"/>
            </a:solidFill>
            <a:prstDash val="solid"/>
            <a:tailEnd type="triangle"/>
          </a:ln>
        </p:spPr>
      </p:sp>
      <p:sp>
        <p:nvSpPr>
          <p:cNvPr id="26" name="FIGURE_TITLE"/>
          <p:cNvSpPr/>
          <p:nvPr/>
        </p:nvSpPr>
        <p:spPr>
          <a:xfrm>
            <a:off x="777240" y="16459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B4D"/>
                </a:solidFill>
              </a:rPr>
              <a:t>{{FIGURE_TITLE}}</a:t>
            </a:r>
            <a:endParaRPr lang="en-US" sz="2000" dirty="0"/>
          </a:p>
        </p:txBody>
      </p:sp>
      <p:sp>
        <p:nvSpPr>
          <p:cNvPr id="27" name="IMAGE_INPUT"/>
          <p:cNvSpPr/>
          <p:nvPr/>
        </p:nvSpPr>
        <p:spPr>
          <a:xfrm>
            <a:off x="457200" y="1234440"/>
            <a:ext cx="1463040" cy="960120"/>
          </a:xfrm>
          <a:prstGeom prst="roundRect">
            <a:avLst/>
          </a:prstGeom>
          <a:solidFill>
            <a:srgbClr val="E1EEF6"/>
          </a:solidFill>
          <a:ln w="19050">
            <a:solidFill>
              <a:srgbClr val="42698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Image / Document</a:t>
            </a:r>
            <a:endParaRPr lang="en-US" sz="1200" dirty="0"/>
          </a:p>
        </p:txBody>
      </p:sp>
      <p:sp>
        <p:nvSpPr>
          <p:cNvPr id="28" name="TEXT_INPUT"/>
          <p:cNvSpPr/>
          <p:nvPr/>
        </p:nvSpPr>
        <p:spPr>
          <a:xfrm>
            <a:off x="457200" y="2743200"/>
            <a:ext cx="1463040" cy="960120"/>
          </a:xfrm>
          <a:prstGeom prst="roundRect">
            <a:avLst/>
          </a:prstGeom>
          <a:solidFill>
            <a:srgbClr val="EEF0F7"/>
          </a:solidFill>
          <a:ln w="19050">
            <a:solidFill>
              <a:srgbClr val="5D6F9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Text Tokens</a:t>
            </a:r>
            <a:endParaRPr lang="en-US" sz="1200" dirty="0"/>
          </a:p>
        </p:txBody>
      </p:sp>
      <p:sp>
        <p:nvSpPr>
          <p:cNvPr id="29" name="GRAPH_INPUT"/>
          <p:cNvSpPr/>
          <p:nvPr/>
        </p:nvSpPr>
        <p:spPr>
          <a:xfrm>
            <a:off x="457200" y="4251960"/>
            <a:ext cx="1463040" cy="1143000"/>
          </a:xfrm>
          <a:prstGeom prst="roundRect">
            <a:avLst/>
          </a:prstGeom>
          <a:solidFill>
            <a:srgbClr val="EEF5EA"/>
          </a:solidFill>
          <a:ln w="19050">
            <a:solidFill>
              <a:srgbClr val="5A805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Metadata Graph</a:t>
            </a:r>
            <a:endParaRPr lang="en-US" sz="1200" dirty="0"/>
          </a:p>
        </p:txBody>
      </p:sp>
      <p:sp>
        <p:nvSpPr>
          <p:cNvPr id="30" name="VISUAL_ENCODER_CARD"/>
          <p:cNvSpPr/>
          <p:nvPr/>
        </p:nvSpPr>
        <p:spPr>
          <a:xfrm>
            <a:off x="2651760" y="1170432"/>
            <a:ext cx="2148840" cy="1143000"/>
          </a:xfrm>
          <a:prstGeom prst="roundRect">
            <a:avLst/>
          </a:prstGeom>
          <a:solidFill>
            <a:srgbClr val="D9ECF5"/>
          </a:solidFill>
          <a:ln w="19050">
            <a:solidFill>
              <a:srgbClr val="42698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1" name="LANGUAGE_ENCODER"/>
          <p:cNvSpPr/>
          <p:nvPr/>
        </p:nvSpPr>
        <p:spPr>
          <a:xfrm>
            <a:off x="2651760" y="2697480"/>
            <a:ext cx="2148840" cy="1280160"/>
          </a:xfrm>
          <a:prstGeom prst="roundRect">
            <a:avLst/>
          </a:prstGeom>
          <a:solidFill>
            <a:srgbClr val="E3EBF3"/>
          </a:solidFill>
          <a:ln w="19050">
            <a:solidFill>
              <a:srgbClr val="42698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B4D"/>
                </a:solidFill>
              </a:rPr>
              <a:t>{{LANGUAGE_ENCODER}}</a:t>
            </a:r>
            <a:endParaRPr lang="en-US" sz="1100" dirty="0"/>
          </a:p>
        </p:txBody>
      </p:sp>
      <p:sp>
        <p:nvSpPr>
          <p:cNvPr id="32" name="GRAPH_ENCODER_CARD"/>
          <p:cNvSpPr/>
          <p:nvPr/>
        </p:nvSpPr>
        <p:spPr>
          <a:xfrm>
            <a:off x="2651760" y="4251960"/>
            <a:ext cx="2148840" cy="1143000"/>
          </a:xfrm>
          <a:prstGeom prst="roundRect">
            <a:avLst/>
          </a:prstGeom>
          <a:solidFill>
            <a:srgbClr val="E2F0E0"/>
          </a:solidFill>
          <a:ln w="19050">
            <a:solidFill>
              <a:srgbClr val="5A805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pic>
        <p:nvPicPr>
          <p:cNvPr id="33" name="VISUAL_TENSOR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3240" y="1261872"/>
            <a:ext cx="1325880" cy="566928"/>
          </a:xfrm>
          <a:prstGeom prst="rect">
            <a:avLst/>
          </a:prstGeom>
        </p:spPr>
      </p:pic>
      <p:sp>
        <p:nvSpPr>
          <p:cNvPr id="34" name="VISUAL_ENCODER"/>
          <p:cNvSpPr/>
          <p:nvPr/>
        </p:nvSpPr>
        <p:spPr>
          <a:xfrm>
            <a:off x="2770632" y="187452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B4D"/>
                </a:solidFill>
              </a:rPr>
              <a:t>{{VISUAL_ENCODER}}</a:t>
            </a:r>
            <a:endParaRPr lang="en-US" sz="1050" dirty="0"/>
          </a:p>
        </p:txBody>
      </p:sp>
      <p:pic>
        <p:nvPicPr>
          <p:cNvPr id="35" name="GRAPH_ILLUSTRATION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3240" y="4325112"/>
            <a:ext cx="1325880" cy="566928"/>
          </a:xfrm>
          <a:prstGeom prst="rect">
            <a:avLst/>
          </a:prstGeom>
        </p:spPr>
      </p:pic>
      <p:sp>
        <p:nvSpPr>
          <p:cNvPr id="36" name="GRAPH_ENCODER"/>
          <p:cNvSpPr/>
          <p:nvPr/>
        </p:nvSpPr>
        <p:spPr>
          <a:xfrm>
            <a:off x="2770632" y="49560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B4D"/>
                </a:solidFill>
              </a:rPr>
              <a:t>{{GRAPH_ENCODER}}</a:t>
            </a:r>
            <a:endParaRPr lang="en-US" sz="1050" dirty="0"/>
          </a:p>
        </p:txBody>
      </p:sp>
      <p:sp>
        <p:nvSpPr>
          <p:cNvPr id="37" name="ATTENTION_MODULE_CARD"/>
          <p:cNvSpPr/>
          <p:nvPr/>
        </p:nvSpPr>
        <p:spPr>
          <a:xfrm>
            <a:off x="5532120" y="1170432"/>
            <a:ext cx="1325880" cy="1737360"/>
          </a:xfrm>
          <a:prstGeom prst="roundRect">
            <a:avLst/>
          </a:prstGeom>
          <a:solidFill>
            <a:srgbClr val="F7DFD3"/>
          </a:solidFill>
          <a:ln w="19050">
            <a:solidFill>
              <a:srgbClr val="C77945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pic>
        <p:nvPicPr>
          <p:cNvPr id="38" name="ATTENTION_MAP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6440" y="1325880"/>
            <a:ext cx="777240" cy="713232"/>
          </a:xfrm>
          <a:prstGeom prst="rect">
            <a:avLst/>
          </a:prstGeom>
        </p:spPr>
      </p:pic>
      <p:sp>
        <p:nvSpPr>
          <p:cNvPr id="39" name="ATTENTION_MODULE"/>
          <p:cNvSpPr/>
          <p:nvPr/>
        </p:nvSpPr>
        <p:spPr>
          <a:xfrm>
            <a:off x="5650992" y="217627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B4D"/>
                </a:solidFill>
              </a:rPr>
              <a:t>Cross-modal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B4D"/>
                </a:solidFill>
              </a:rPr>
              <a:t>Attention</a:t>
            </a:r>
            <a:endParaRPr lang="en-US" sz="1050" dirty="0"/>
          </a:p>
        </p:txBody>
      </p:sp>
      <p:sp>
        <p:nvSpPr>
          <p:cNvPr id="40" name="RELATION_GRAPH"/>
          <p:cNvSpPr/>
          <p:nvPr/>
        </p:nvSpPr>
        <p:spPr>
          <a:xfrm>
            <a:off x="7315200" y="1170432"/>
            <a:ext cx="1645920" cy="1737360"/>
          </a:xfrm>
          <a:prstGeom prst="roundRect">
            <a:avLst/>
          </a:prstGeom>
          <a:solidFill>
            <a:srgbClr val="E6F1E3"/>
          </a:solidFill>
          <a:ln w="19050">
            <a:solidFill>
              <a:srgbClr val="55945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B4D"/>
                </a:solidFill>
              </a:rPr>
              <a:t>Learned Relation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B4D"/>
                </a:solidFill>
              </a:rPr>
              <a:t>Graph</a:t>
            </a:r>
            <a:endParaRPr lang="en-US" sz="1100" dirty="0"/>
          </a:p>
        </p:txBody>
      </p:sp>
      <p:sp>
        <p:nvSpPr>
          <p:cNvPr id="41" name="FUSION_MODULE"/>
          <p:cNvSpPr/>
          <p:nvPr/>
        </p:nvSpPr>
        <p:spPr>
          <a:xfrm>
            <a:off x="5989320" y="3703320"/>
            <a:ext cx="2377440" cy="1417320"/>
          </a:xfrm>
          <a:prstGeom prst="roundRect">
            <a:avLst/>
          </a:prstGeom>
          <a:solidFill>
            <a:srgbClr val="E9DFF2"/>
          </a:solidFill>
          <a:ln w="19050">
            <a:solidFill>
              <a:srgbClr val="7E5A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{{FUSION_MODULE}}</a:t>
            </a:r>
            <a:endParaRPr lang="en-US" sz="1200" dirty="0"/>
          </a:p>
        </p:txBody>
      </p:sp>
      <p:sp>
        <p:nvSpPr>
          <p:cNvPr id="42" name="JOINT_REP"/>
          <p:cNvSpPr/>
          <p:nvPr/>
        </p:nvSpPr>
        <p:spPr>
          <a:xfrm>
            <a:off x="6263640" y="5669280"/>
            <a:ext cx="1874520" cy="502920"/>
          </a:xfrm>
          <a:prstGeom prst="roundRect">
            <a:avLst/>
          </a:prstGeom>
          <a:solidFill>
            <a:srgbClr val="D9E8F4"/>
          </a:solidFill>
          <a:ln w="19050">
            <a:solidFill>
              <a:srgbClr val="42698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B4D"/>
                </a:solidFill>
              </a:rPr>
              <a:t>Joint Representation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650992" y="3502152"/>
            <a:ext cx="3063240" cy="1810512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A25B8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71500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5B8B"/>
                </a:solidFill>
              </a:rPr>
              <a:t>Innovation zoom-in</a:t>
            </a:r>
            <a:endParaRPr lang="en-US" sz="1000" dirty="0"/>
          </a:p>
        </p:txBody>
      </p:sp>
      <p:sp>
        <p:nvSpPr>
          <p:cNvPr id="45" name="PREDICTION_HEAD"/>
          <p:cNvSpPr/>
          <p:nvPr/>
        </p:nvSpPr>
        <p:spPr>
          <a:xfrm>
            <a:off x="10104120" y="1234440"/>
            <a:ext cx="1645920" cy="1097280"/>
          </a:xfrm>
          <a:prstGeom prst="roundRect">
            <a:avLst/>
          </a:prstGeom>
          <a:solidFill>
            <a:srgbClr val="E1F1DF"/>
          </a:solidFill>
          <a:ln w="19050">
            <a:solidFill>
              <a:srgbClr val="55945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B4D"/>
                </a:solidFill>
              </a:rPr>
              <a:t>{{PREDICTION_HEAD}}</a:t>
            </a:r>
            <a:endParaRPr lang="en-US" sz="1100" dirty="0"/>
          </a:p>
        </p:txBody>
      </p:sp>
      <p:sp>
        <p:nvSpPr>
          <p:cNvPr id="46" name="EXPLANATION"/>
          <p:cNvSpPr/>
          <p:nvPr/>
        </p:nvSpPr>
        <p:spPr>
          <a:xfrm>
            <a:off x="10104120" y="2880360"/>
            <a:ext cx="1645920" cy="1097280"/>
          </a:xfrm>
          <a:prstGeom prst="roundRect">
            <a:avLst/>
          </a:prstGeom>
          <a:solidFill>
            <a:srgbClr val="F5ECD8"/>
          </a:solidFill>
          <a:ln w="19050">
            <a:solidFill>
              <a:srgbClr val="B98B4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B4D"/>
                </a:solidFill>
              </a:rPr>
              <a:t>Graph Explanation</a:t>
            </a:r>
            <a:endParaRPr lang="en-US" sz="1100" dirty="0"/>
          </a:p>
        </p:txBody>
      </p:sp>
      <p:sp>
        <p:nvSpPr>
          <p:cNvPr id="47" name="TASK_LOSS"/>
          <p:cNvSpPr/>
          <p:nvPr/>
        </p:nvSpPr>
        <p:spPr>
          <a:xfrm>
            <a:off x="10149840" y="4572000"/>
            <a:ext cx="1554480" cy="438912"/>
          </a:xfrm>
          <a:prstGeom prst="roundRect">
            <a:avLst/>
          </a:prstGeom>
          <a:solidFill>
            <a:srgbClr val="F8DFDC"/>
          </a:solidFill>
          <a:ln w="19050">
            <a:solidFill>
              <a:srgbClr val="C96E6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B4D"/>
                </a:solidFill>
              </a:rPr>
              <a:t>{{TASK_LOSS}}</a:t>
            </a:r>
            <a:endParaRPr lang="en-US" sz="1000" dirty="0"/>
          </a:p>
        </p:txBody>
      </p:sp>
      <p:sp>
        <p:nvSpPr>
          <p:cNvPr id="48" name="ALIGNMENT_LOSS"/>
          <p:cNvSpPr/>
          <p:nvPr/>
        </p:nvSpPr>
        <p:spPr>
          <a:xfrm>
            <a:off x="10149840" y="5285232"/>
            <a:ext cx="1554480" cy="438912"/>
          </a:xfrm>
          <a:prstGeom prst="roundRect">
            <a:avLst/>
          </a:prstGeom>
          <a:solidFill>
            <a:srgbClr val="E9E0F4"/>
          </a:solidFill>
          <a:ln w="19050">
            <a:solidFill>
              <a:srgbClr val="8062A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B4D"/>
                </a:solidFill>
              </a:rPr>
              <a:t>{{ALIGNMENT_LOSS}}</a:t>
            </a:r>
            <a:endParaRPr lang="en-US" sz="1000" dirty="0"/>
          </a:p>
        </p:txBody>
      </p:sp>
      <p:sp>
        <p:nvSpPr>
          <p:cNvPr id="49" name="GRAPH_LOSS"/>
          <p:cNvSpPr/>
          <p:nvPr/>
        </p:nvSpPr>
        <p:spPr>
          <a:xfrm>
            <a:off x="10149840" y="5916168"/>
            <a:ext cx="1554480" cy="384048"/>
          </a:xfrm>
          <a:prstGeom prst="roundRect">
            <a:avLst/>
          </a:prstGeom>
          <a:solidFill>
            <a:srgbClr val="E3F0E0"/>
          </a:solidFill>
          <a:ln w="19050">
            <a:solidFill>
              <a:srgbClr val="55945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B4D"/>
                </a:solidFill>
              </a:rPr>
              <a:t>Graph Regularization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Editable Scientific Figure Template</dc:title>
  <dc:subject>PptxGenJS Presentation</dc:subject>
  <dc:creator>draw-cs-research-figures</dc:creator>
  <cp:lastModifiedBy>draw-cs-research-figures</cp:lastModifiedBy>
  <cp:revision>1</cp:revision>
  <dcterms:created xsi:type="dcterms:W3CDTF">2026-07-18T09:34:59Z</dcterms:created>
  <dcterms:modified xsi:type="dcterms:W3CDTF">2026-07-18T09:34:59Z</dcterms:modified>
</cp:coreProperties>
</file>